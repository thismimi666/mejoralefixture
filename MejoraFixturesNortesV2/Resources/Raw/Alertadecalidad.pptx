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A2CFC6-6985-491C-A58B-EB403D84E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0503C0-D8BF-4A48-9FFD-DDAD2A509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69175A-04D1-4720-8A1C-DE6E691E4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3BD5-E90D-44D3-ACB9-48704554321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8D14F7-11E3-40E2-946D-5ED39CAD7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1D3397-9DFB-4071-BEBC-A0E4B7BD2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A5E9D-3752-4221-833E-A65B752EF5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230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C066FA-EE6D-4BAD-BE4F-FE9A2CB82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8281C2-E072-4BF8-876F-62765A666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103755-06AA-4050-96B5-4DB0EBD25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3BD5-E90D-44D3-ACB9-48704554321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9CD765-B28E-4694-BD9C-8241C9CD7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8E64FB-8B6D-4628-B6FD-9509AB73C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A5E9D-3752-4221-833E-A65B752EF5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186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C893F-01C7-4B4F-B104-1D253FF76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7AEA52-1DD6-4686-9667-2BECEA54B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C71166-13CE-4715-9468-088492647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3BD5-E90D-44D3-ACB9-48704554321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A286E1-36B9-4DBC-9A03-84159B5C8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7F24C9-9959-48F6-A4E0-0B6AEF0F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A5E9D-3752-4221-833E-A65B752EF5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04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F142D-6813-45C5-9422-F28103508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300A09-6B8B-4DA8-A582-1EE4C53CCC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9F8DDA-D8EC-40D0-94E5-1653C66D4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F57A92-C91C-4879-9E2B-657D6B57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3BD5-E90D-44D3-ACB9-48704554321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CAA11B-0EA7-4657-8425-9E02294E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420F20-5DB9-467F-B0E1-24D5263E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A5E9D-3752-4221-833E-A65B752EF5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21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43501-D86B-462A-89A1-8BA550F36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4D0033-B354-4D52-B232-9F40F8267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B604AF-D5EC-4FA6-8380-DEB0D6EB8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E8BA7B9-7500-4B00-9954-F9E13B5A74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279827D-6722-48A3-B336-0BB387799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6CBBE7B-ABC3-4EF9-B19F-100270A9B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3BD5-E90D-44D3-ACB9-48704554321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93BD4E9-FD3F-4B69-B94D-37F60081B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DF99C89-84DE-4993-8EA3-489E650D3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A5E9D-3752-4221-833E-A65B752EF5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43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D05C3B-9436-4853-B56F-130A33EB5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6D7F788-9BBB-49F3-8D0E-A002BF9C0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3BD5-E90D-44D3-ACB9-48704554321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92347E1-C5F5-4D65-BA01-45D1D12A5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F729B8-A74C-4BDF-AD23-E6F2FFD6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A5E9D-3752-4221-833E-A65B752EF5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413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19D7554-A677-45B3-86DC-6353634BB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3BD5-E90D-44D3-ACB9-48704554321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999ED9F-78E8-46E0-B78C-7BC4B0E53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170E8A-BE7F-43AC-B237-7958C270E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A5E9D-3752-4221-833E-A65B752EF5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802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3B4AAA-9457-4C7A-9268-C8F246AB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1943AD-140C-4891-B0C6-16E7F07EF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CE0921-2FE6-43C5-872D-4FC805B69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7CDD83-9526-46C7-A8A2-BE2EE9380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3BD5-E90D-44D3-ACB9-48704554321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39C580-770D-4707-8693-93173D55A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F9C25F8-42FC-45EF-ABB7-AF146FA5F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A5E9D-3752-4221-833E-A65B752EF5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966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C2EA2-3D10-4E7A-B4E9-A10D04CAD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8E850B-3686-45B0-ACC4-DB2A8F778D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9A444B2-98A3-4521-84C5-8A3D95410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811AE7-6F41-460A-B167-CCCD5E5C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3BD5-E90D-44D3-ACB9-48704554321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558A5C-47E3-4406-95B6-A4D1DC2AD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21B8C8-C5E9-4A08-8C37-F5E90E77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A5E9D-3752-4221-833E-A65B752EF5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95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CD8A39-E344-4C0B-BA83-5EA07E65C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B2116CF-E048-4591-A16B-E05694F62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579BD2-D6F2-48C7-A9E2-27EAACEFA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3BD5-E90D-44D3-ACB9-48704554321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4AB9C9-5266-4334-AE36-EB0024209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986036-4953-4557-8AB2-3227A756A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A5E9D-3752-4221-833E-A65B752EF5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9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049C77A-E7E1-49F7-B44A-16510BC17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4C8B87-BF01-442A-AFCF-C8B01EA3D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7C09B0-234B-459A-8276-69769A923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3BD5-E90D-44D3-ACB9-48704554321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B38544-BEE1-4BBB-AC91-FAC1DF443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49090E-4AA5-4413-8249-D5E5C5747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A5E9D-3752-4221-833E-A65B752EF5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687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40E3DB7-6D36-43CC-8D27-8959F9A0B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1972EC-2CAC-4853-B3B6-A7727CDC3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11C428-62FE-49D3-BB12-AF5620A6F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53BD5-E90D-44D3-ACB9-48704554321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9BB4A3-BBEF-481E-8C48-FBA7118A2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ECD88E-1C0C-4000-A28C-AD2F9F345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0A5E9D-3752-4221-833E-A65B752EF5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372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F3E0D3A-31C7-485C-A376-883BA35E4AA9}"/>
              </a:ext>
            </a:extLst>
          </p:cNvPr>
          <p:cNvSpPr/>
          <p:nvPr/>
        </p:nvSpPr>
        <p:spPr>
          <a:xfrm>
            <a:off x="0" y="-43471"/>
            <a:ext cx="12192000" cy="206052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0B72DB-0086-4F9C-B5F8-3589B1076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576" y="1418709"/>
            <a:ext cx="12317506" cy="165576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Orden: </a:t>
            </a:r>
            <a:r>
              <a:rPr lang="en-US" dirty="0">
                <a:solidFill>
                  <a:schemeClr val="bg1"/>
                </a:solidFill>
              </a:rPr>
              <a:t>///  </a:t>
            </a:r>
            <a:r>
              <a:rPr lang="en-US" dirty="0">
                <a:solidFill>
                  <a:srgbClr val="FF0000"/>
                </a:solidFill>
              </a:rPr>
              <a:t>Part Number:</a:t>
            </a:r>
            <a:r>
              <a:rPr lang="en-US" dirty="0">
                <a:solidFill>
                  <a:schemeClr val="bg1"/>
                </a:solidFill>
              </a:rPr>
              <a:t>////  </a:t>
            </a:r>
            <a:r>
              <a:rPr lang="en-US" dirty="0">
                <a:solidFill>
                  <a:srgbClr val="FF0000"/>
                </a:solidFill>
              </a:rPr>
              <a:t>Código de </a:t>
            </a:r>
            <a:r>
              <a:rPr lang="en-US" dirty="0" err="1">
                <a:solidFill>
                  <a:srgbClr val="FF0000"/>
                </a:solidFill>
              </a:rPr>
              <a:t>defecto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>
                <a:solidFill>
                  <a:schemeClr val="bg1"/>
                </a:solidFill>
              </a:rPr>
              <a:t>//   </a:t>
            </a:r>
            <a:r>
              <a:rPr lang="en-US" dirty="0">
                <a:solidFill>
                  <a:srgbClr val="FF0000"/>
                </a:solidFill>
              </a:rPr>
              <a:t>Serial Fixture:</a:t>
            </a:r>
            <a:r>
              <a:rPr lang="en-US" dirty="0">
                <a:solidFill>
                  <a:schemeClr val="bg1"/>
                </a:solidFill>
              </a:rPr>
              <a:t> (Si se require)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9D64337-511D-45EF-80D3-90E70F3076FD}"/>
              </a:ext>
            </a:extLst>
          </p:cNvPr>
          <p:cNvSpPr/>
          <p:nvPr/>
        </p:nvSpPr>
        <p:spPr>
          <a:xfrm>
            <a:off x="1463" y="1970514"/>
            <a:ext cx="12192001" cy="50023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BE7AFE-D58F-4A89-BF96-ECD199DD8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8847" y="-1100884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Alerta</a:t>
            </a:r>
            <a:r>
              <a:rPr lang="en-US" b="1" dirty="0">
                <a:solidFill>
                  <a:schemeClr val="bg1"/>
                </a:solidFill>
              </a:rPr>
              <a:t> de </a:t>
            </a:r>
            <a:r>
              <a:rPr lang="en-US" b="1" dirty="0" err="1">
                <a:solidFill>
                  <a:schemeClr val="bg1"/>
                </a:solidFill>
              </a:rPr>
              <a:t>calidad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7E10AAA-E65C-40F2-B426-A95286A02B16}"/>
              </a:ext>
            </a:extLst>
          </p:cNvPr>
          <p:cNvSpPr txBox="1">
            <a:spLocks/>
          </p:cNvSpPr>
          <p:nvPr/>
        </p:nvSpPr>
        <p:spPr>
          <a:xfrm>
            <a:off x="-2456330" y="82325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0000"/>
                </a:solidFill>
              </a:rPr>
              <a:t>Description: 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307E31A-A2C9-4C23-A869-E32F78D7CE99}"/>
              </a:ext>
            </a:extLst>
          </p:cNvPr>
          <p:cNvSpPr txBox="1">
            <a:spLocks/>
          </p:cNvSpPr>
          <p:nvPr/>
        </p:nvSpPr>
        <p:spPr>
          <a:xfrm>
            <a:off x="5263195" y="89588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0000"/>
                </a:solidFill>
              </a:rPr>
              <a:t>Imagen de la </a:t>
            </a:r>
            <a:r>
              <a:rPr lang="en-US" sz="3600" b="1" dirty="0" err="1">
                <a:solidFill>
                  <a:srgbClr val="FF0000"/>
                </a:solidFill>
              </a:rPr>
              <a:t>alerta</a:t>
            </a:r>
            <a:r>
              <a:rPr lang="en-US" sz="3600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EDB140A-3D62-4811-9369-3BF1EDCF03EF}"/>
              </a:ext>
            </a:extLst>
          </p:cNvPr>
          <p:cNvSpPr/>
          <p:nvPr/>
        </p:nvSpPr>
        <p:spPr>
          <a:xfrm>
            <a:off x="432683" y="3283481"/>
            <a:ext cx="3601616" cy="3501896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8487257-360A-4D13-9A22-0E29D549991C}"/>
              </a:ext>
            </a:extLst>
          </p:cNvPr>
          <p:cNvSpPr/>
          <p:nvPr/>
        </p:nvSpPr>
        <p:spPr>
          <a:xfrm>
            <a:off x="8154955" y="3356105"/>
            <a:ext cx="3601616" cy="3501896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BE3462DA-BCAC-44F5-8FD3-084BF61B26E9}"/>
              </a:ext>
            </a:extLst>
          </p:cNvPr>
          <p:cNvSpPr txBox="1">
            <a:spLocks/>
          </p:cNvSpPr>
          <p:nvPr/>
        </p:nvSpPr>
        <p:spPr>
          <a:xfrm>
            <a:off x="851371" y="3804999"/>
            <a:ext cx="2528597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Ingrese la descripción del defecto o alerta preventiva relacionada con la calidad.</a:t>
            </a:r>
            <a:endParaRPr lang="en-US" dirty="0"/>
          </a:p>
        </p:txBody>
      </p:sp>
      <p:pic>
        <p:nvPicPr>
          <p:cNvPr id="1030" name="Picture 6" descr="Icono de Sirena Special Flat | Freepik">
            <a:extLst>
              <a:ext uri="{FF2B5EF4-FFF2-40B4-BE49-F238E27FC236}">
                <a16:creationId xmlns:a16="http://schemas.microsoft.com/office/drawing/2014/main" id="{303F12AF-04AB-48E1-9A1B-D159D2C0B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9146" y="65419"/>
            <a:ext cx="1346555" cy="1346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Icono de Sirena Special Flat | Freepik">
            <a:extLst>
              <a:ext uri="{FF2B5EF4-FFF2-40B4-BE49-F238E27FC236}">
                <a16:creationId xmlns:a16="http://schemas.microsoft.com/office/drawing/2014/main" id="{2663EC70-3B2A-4AEC-820B-560D8D837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93" y="77357"/>
            <a:ext cx="1346555" cy="1346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39250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Alerta de calidad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Alerta de calidad</dc:title>
  <dc:creator>Mimi</dc:creator>
  <cp:lastModifiedBy>Mimi</cp:lastModifiedBy>
  <cp:revision>2</cp:revision>
  <dcterms:created xsi:type="dcterms:W3CDTF">2026-03-22T00:34:23Z</dcterms:created>
  <dcterms:modified xsi:type="dcterms:W3CDTF">2026-03-22T00:37:45Z</dcterms:modified>
</cp:coreProperties>
</file>